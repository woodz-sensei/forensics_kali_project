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92" r:id="rId5"/>
    <p:sldId id="299" r:id="rId6"/>
    <p:sldId id="261" r:id="rId7"/>
    <p:sldId id="276" r:id="rId8"/>
    <p:sldId id="293" r:id="rId9"/>
    <p:sldId id="268" r:id="rId10"/>
    <p:sldId id="295" r:id="rId11"/>
    <p:sldId id="301" r:id="rId12"/>
    <p:sldId id="300" r:id="rId13"/>
    <p:sldId id="289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4400"/>
    <a:srgbClr val="446992"/>
    <a:srgbClr val="AEC2D8"/>
    <a:srgbClr val="98432A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0234F5-7323-472D-BEF0-0C4255766693}" v="11" dt="2026-05-08T02:19:20.331"/>
  </p1510:revLst>
</p1510:revInfo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839" autoAdjust="0"/>
  </p:normalViewPr>
  <p:slideViewPr>
    <p:cSldViewPr snapToGrid="0" showGuides="1">
      <p:cViewPr varScale="1">
        <p:scale>
          <a:sx n="142" d="100"/>
          <a:sy n="142" d="100"/>
        </p:scale>
        <p:origin x="580" y="76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olfo Javier" userId="cc3ddd5460088ebd" providerId="LiveId" clId="{E07CCDD1-7497-407D-BDAB-2F6AF5935171}"/>
    <pc:docChg chg="undo custSel modSld">
      <pc:chgData name="Adolfo Javier" userId="cc3ddd5460088ebd" providerId="LiveId" clId="{E07CCDD1-7497-407D-BDAB-2F6AF5935171}" dt="2026-05-08T02:29:01.374" v="199" actId="1076"/>
      <pc:docMkLst>
        <pc:docMk/>
      </pc:docMkLst>
      <pc:sldChg chg="modSp mod">
        <pc:chgData name="Adolfo Javier" userId="cc3ddd5460088ebd" providerId="LiveId" clId="{E07CCDD1-7497-407D-BDAB-2F6AF5935171}" dt="2026-05-08T02:02:47.474" v="20" actId="1076"/>
        <pc:sldMkLst>
          <pc:docMk/>
          <pc:sldMk cId="3666674671" sldId="261"/>
        </pc:sldMkLst>
        <pc:spChg chg="mod">
          <ac:chgData name="Adolfo Javier" userId="cc3ddd5460088ebd" providerId="LiveId" clId="{E07CCDD1-7497-407D-BDAB-2F6AF5935171}" dt="2026-05-08T02:02:43.886" v="19" actId="1076"/>
          <ac:spMkLst>
            <pc:docMk/>
            <pc:sldMk cId="3666674671" sldId="261"/>
            <ac:spMk id="3" creationId="{A6A33159-D030-2F82-A142-F75940728319}"/>
          </ac:spMkLst>
        </pc:spChg>
        <pc:picChg chg="mod">
          <ac:chgData name="Adolfo Javier" userId="cc3ddd5460088ebd" providerId="LiveId" clId="{E07CCDD1-7497-407D-BDAB-2F6AF5935171}" dt="2026-05-08T02:02:47.474" v="20" actId="1076"/>
          <ac:picMkLst>
            <pc:docMk/>
            <pc:sldMk cId="3666674671" sldId="261"/>
            <ac:picMk id="10" creationId="{065AB36F-C939-FD48-3FCC-EB8FEE7F72EB}"/>
          </ac:picMkLst>
        </pc:picChg>
      </pc:sldChg>
      <pc:sldChg chg="addSp delSp modSp mod modClrScheme chgLayout">
        <pc:chgData name="Adolfo Javier" userId="cc3ddd5460088ebd" providerId="LiveId" clId="{E07CCDD1-7497-407D-BDAB-2F6AF5935171}" dt="2026-05-08T02:19:54.258" v="176" actId="1076"/>
        <pc:sldMkLst>
          <pc:docMk/>
          <pc:sldMk cId="4259977132" sldId="268"/>
        </pc:sldMkLst>
        <pc:spChg chg="mod">
          <ac:chgData name="Adolfo Javier" userId="cc3ddd5460088ebd" providerId="LiveId" clId="{E07CCDD1-7497-407D-BDAB-2F6AF5935171}" dt="2026-05-08T02:15:11.506" v="147" actId="26606"/>
          <ac:spMkLst>
            <pc:docMk/>
            <pc:sldMk cId="4259977132" sldId="268"/>
            <ac:spMk id="2" creationId="{B7545968-70F7-0180-6448-3547E442EF4A}"/>
          </ac:spMkLst>
        </pc:spChg>
        <pc:spChg chg="mod ord">
          <ac:chgData name="Adolfo Javier" userId="cc3ddd5460088ebd" providerId="LiveId" clId="{E07CCDD1-7497-407D-BDAB-2F6AF5935171}" dt="2026-05-08T02:15:11.506" v="147" actId="26606"/>
          <ac:spMkLst>
            <pc:docMk/>
            <pc:sldMk cId="4259977132" sldId="268"/>
            <ac:spMk id="3" creationId="{ADDFE8A8-4537-F7A1-3BF9-834AEFE3EA1A}"/>
          </ac:spMkLst>
        </pc:spChg>
        <pc:spChg chg="del">
          <ac:chgData name="Adolfo Javier" userId="cc3ddd5460088ebd" providerId="LiveId" clId="{E07CCDD1-7497-407D-BDAB-2F6AF5935171}" dt="2026-05-08T02:14:55.682" v="127"/>
          <ac:spMkLst>
            <pc:docMk/>
            <pc:sldMk cId="4259977132" sldId="268"/>
            <ac:spMk id="6" creationId="{C3269DF9-F243-506E-0547-075A1A8A97E2}"/>
          </ac:spMkLst>
        </pc:spChg>
        <pc:spChg chg="add mod">
          <ac:chgData name="Adolfo Javier" userId="cc3ddd5460088ebd" providerId="LiveId" clId="{E07CCDD1-7497-407D-BDAB-2F6AF5935171}" dt="2026-05-08T02:19:12.492" v="162" actId="1076"/>
          <ac:spMkLst>
            <pc:docMk/>
            <pc:sldMk cId="4259977132" sldId="268"/>
            <ac:spMk id="9" creationId="{1BA2916B-6C50-903E-1A97-46F2A9B7F02E}"/>
          </ac:spMkLst>
        </pc:spChg>
        <pc:spChg chg="mod">
          <ac:chgData name="Adolfo Javier" userId="cc3ddd5460088ebd" providerId="LiveId" clId="{E07CCDD1-7497-407D-BDAB-2F6AF5935171}" dt="2026-05-08T02:15:11.506" v="147" actId="26606"/>
          <ac:spMkLst>
            <pc:docMk/>
            <pc:sldMk cId="4259977132" sldId="268"/>
            <ac:spMk id="10" creationId="{19DA784D-F56F-1224-707E-9F882C4EB8A1}"/>
          </ac:spMkLst>
        </pc:spChg>
        <pc:spChg chg="add del mod">
          <ac:chgData name="Adolfo Javier" userId="cc3ddd5460088ebd" providerId="LiveId" clId="{E07CCDD1-7497-407D-BDAB-2F6AF5935171}" dt="2026-05-08T02:19:16.114" v="165"/>
          <ac:spMkLst>
            <pc:docMk/>
            <pc:sldMk cId="4259977132" sldId="268"/>
            <ac:spMk id="11" creationId="{D2EFE6C3-6FB0-9150-AF16-9613B9C6B61F}"/>
          </ac:spMkLst>
        </pc:spChg>
        <pc:spChg chg="add mod">
          <ac:chgData name="Adolfo Javier" userId="cc3ddd5460088ebd" providerId="LiveId" clId="{E07CCDD1-7497-407D-BDAB-2F6AF5935171}" dt="2026-05-08T02:19:54.258" v="176" actId="1076"/>
          <ac:spMkLst>
            <pc:docMk/>
            <pc:sldMk cId="4259977132" sldId="268"/>
            <ac:spMk id="12" creationId="{FFF52F7A-F9F1-1319-3343-60C5150A0A96}"/>
          </ac:spMkLst>
        </pc:spChg>
        <pc:picChg chg="add mod ord">
          <ac:chgData name="Adolfo Javier" userId="cc3ddd5460088ebd" providerId="LiveId" clId="{E07CCDD1-7497-407D-BDAB-2F6AF5935171}" dt="2026-05-08T02:18:30.859" v="148" actId="1076"/>
          <ac:picMkLst>
            <pc:docMk/>
            <pc:sldMk cId="4259977132" sldId="268"/>
            <ac:picMk id="5" creationId="{F5AE2DC7-F1D8-D369-308E-F5D3F13C4218}"/>
          </ac:picMkLst>
        </pc:picChg>
        <pc:picChg chg="add mod">
          <ac:chgData name="Adolfo Javier" userId="cc3ddd5460088ebd" providerId="LiveId" clId="{E07CCDD1-7497-407D-BDAB-2F6AF5935171}" dt="2026-05-08T02:18:43.658" v="152" actId="1076"/>
          <ac:picMkLst>
            <pc:docMk/>
            <pc:sldMk cId="4259977132" sldId="268"/>
            <ac:picMk id="8" creationId="{BF82291E-64B9-CCA6-EFC5-296FDB30750E}"/>
          </ac:picMkLst>
        </pc:picChg>
      </pc:sldChg>
      <pc:sldChg chg="modSp mod">
        <pc:chgData name="Adolfo Javier" userId="cc3ddd5460088ebd" providerId="LiveId" clId="{E07CCDD1-7497-407D-BDAB-2F6AF5935171}" dt="2026-05-08T02:03:11.352" v="27" actId="1076"/>
        <pc:sldMkLst>
          <pc:docMk/>
          <pc:sldMk cId="77554804" sldId="276"/>
        </pc:sldMkLst>
        <pc:spChg chg="mod">
          <ac:chgData name="Adolfo Javier" userId="cc3ddd5460088ebd" providerId="LiveId" clId="{E07CCDD1-7497-407D-BDAB-2F6AF5935171}" dt="2026-05-08T02:03:06.175" v="24" actId="1076"/>
          <ac:spMkLst>
            <pc:docMk/>
            <pc:sldMk cId="77554804" sldId="276"/>
            <ac:spMk id="20" creationId="{CC0093B1-77CC-1E61-FB22-E136F94EABD2}"/>
          </ac:spMkLst>
        </pc:spChg>
        <pc:picChg chg="mod">
          <ac:chgData name="Adolfo Javier" userId="cc3ddd5460088ebd" providerId="LiveId" clId="{E07CCDD1-7497-407D-BDAB-2F6AF5935171}" dt="2026-05-08T02:03:11.352" v="27" actId="1076"/>
          <ac:picMkLst>
            <pc:docMk/>
            <pc:sldMk cId="77554804" sldId="276"/>
            <ac:picMk id="7" creationId="{4D2B4C95-6FDA-E91D-9AA9-A68828CFDEA1}"/>
          </ac:picMkLst>
        </pc:picChg>
      </pc:sldChg>
      <pc:sldChg chg="modSp mod">
        <pc:chgData name="Adolfo Javier" userId="cc3ddd5460088ebd" providerId="LiveId" clId="{E07CCDD1-7497-407D-BDAB-2F6AF5935171}" dt="2026-05-08T02:04:29.124" v="33" actId="1076"/>
        <pc:sldMkLst>
          <pc:docMk/>
          <pc:sldMk cId="529279411" sldId="289"/>
        </pc:sldMkLst>
        <pc:spChg chg="mod">
          <ac:chgData name="Adolfo Javier" userId="cc3ddd5460088ebd" providerId="LiveId" clId="{E07CCDD1-7497-407D-BDAB-2F6AF5935171}" dt="2026-05-08T02:04:19.085" v="30" actId="1076"/>
          <ac:spMkLst>
            <pc:docMk/>
            <pc:sldMk cId="529279411" sldId="289"/>
            <ac:spMk id="24" creationId="{AD2C8D04-263D-9589-1CFF-A5968D7C33D7}"/>
          </ac:spMkLst>
        </pc:spChg>
        <pc:spChg chg="mod">
          <ac:chgData name="Adolfo Javier" userId="cc3ddd5460088ebd" providerId="LiveId" clId="{E07CCDD1-7497-407D-BDAB-2F6AF5935171}" dt="2026-05-08T02:04:29.124" v="33" actId="1076"/>
          <ac:spMkLst>
            <pc:docMk/>
            <pc:sldMk cId="529279411" sldId="289"/>
            <ac:spMk id="25" creationId="{B993E4D5-4AD0-4740-096D-6822944C8FF6}"/>
          </ac:spMkLst>
        </pc:spChg>
      </pc:sldChg>
      <pc:sldChg chg="modSp mod">
        <pc:chgData name="Adolfo Javier" userId="cc3ddd5460088ebd" providerId="LiveId" clId="{E07CCDD1-7497-407D-BDAB-2F6AF5935171}" dt="2026-05-08T02:02:26.658" v="10" actId="20577"/>
        <pc:sldMkLst>
          <pc:docMk/>
          <pc:sldMk cId="3898447929" sldId="292"/>
        </pc:sldMkLst>
        <pc:spChg chg="mod">
          <ac:chgData name="Adolfo Javier" userId="cc3ddd5460088ebd" providerId="LiveId" clId="{E07CCDD1-7497-407D-BDAB-2F6AF5935171}" dt="2026-05-08T02:02:26.658" v="10" actId="20577"/>
          <ac:spMkLst>
            <pc:docMk/>
            <pc:sldMk cId="3898447929" sldId="292"/>
            <ac:spMk id="9" creationId="{485E0237-B9A1-0B58-E0AA-05EF84817EB4}"/>
          </ac:spMkLst>
        </pc:spChg>
        <pc:picChg chg="mod">
          <ac:chgData name="Adolfo Javier" userId="cc3ddd5460088ebd" providerId="LiveId" clId="{E07CCDD1-7497-407D-BDAB-2F6AF5935171}" dt="2026-05-08T02:02:18.238" v="1" actId="1076"/>
          <ac:picMkLst>
            <pc:docMk/>
            <pc:sldMk cId="3898447929" sldId="292"/>
            <ac:picMk id="20" creationId="{E83BB08F-E403-8715-0B24-AD9E4B72C80E}"/>
          </ac:picMkLst>
        </pc:picChg>
      </pc:sldChg>
      <pc:sldChg chg="addSp modSp mod">
        <pc:chgData name="Adolfo Javier" userId="cc3ddd5460088ebd" providerId="LiveId" clId="{E07CCDD1-7497-407D-BDAB-2F6AF5935171}" dt="2026-05-08T02:14:36.125" v="125" actId="1076"/>
        <pc:sldMkLst>
          <pc:docMk/>
          <pc:sldMk cId="4182148033" sldId="293"/>
        </pc:sldMkLst>
        <pc:spChg chg="add mod">
          <ac:chgData name="Adolfo Javier" userId="cc3ddd5460088ebd" providerId="LiveId" clId="{E07CCDD1-7497-407D-BDAB-2F6AF5935171}" dt="2026-05-08T02:14:23.632" v="117" actId="1076"/>
          <ac:spMkLst>
            <pc:docMk/>
            <pc:sldMk cId="4182148033" sldId="293"/>
            <ac:spMk id="7" creationId="{7425295B-1D41-EDCD-18CF-FED2B6DD56FA}"/>
          </ac:spMkLst>
        </pc:spChg>
        <pc:spChg chg="add mod">
          <ac:chgData name="Adolfo Javier" userId="cc3ddd5460088ebd" providerId="LiveId" clId="{E07CCDD1-7497-407D-BDAB-2F6AF5935171}" dt="2026-05-08T02:14:36.125" v="125" actId="1076"/>
          <ac:spMkLst>
            <pc:docMk/>
            <pc:sldMk cId="4182148033" sldId="293"/>
            <ac:spMk id="8" creationId="{FE42EE37-1E7B-9533-1289-E94D7F7AD14B}"/>
          </ac:spMkLst>
        </pc:spChg>
        <pc:spChg chg="mod">
          <ac:chgData name="Adolfo Javier" userId="cc3ddd5460088ebd" providerId="LiveId" clId="{E07CCDD1-7497-407D-BDAB-2F6AF5935171}" dt="2026-05-08T02:13:33.666" v="95" actId="1076"/>
          <ac:spMkLst>
            <pc:docMk/>
            <pc:sldMk cId="4182148033" sldId="293"/>
            <ac:spMk id="43" creationId="{520E98B6-7B33-8FD4-A662-31DD4B85E22E}"/>
          </ac:spMkLst>
        </pc:spChg>
        <pc:picChg chg="add mod">
          <ac:chgData name="Adolfo Javier" userId="cc3ddd5460088ebd" providerId="LiveId" clId="{E07CCDD1-7497-407D-BDAB-2F6AF5935171}" dt="2026-05-08T02:14:07.301" v="112" actId="1076"/>
          <ac:picMkLst>
            <pc:docMk/>
            <pc:sldMk cId="4182148033" sldId="293"/>
            <ac:picMk id="4" creationId="{53DE1221-7840-FAB7-EF09-B7A07CFF76A8}"/>
          </ac:picMkLst>
        </pc:picChg>
        <pc:picChg chg="add mod">
          <ac:chgData name="Adolfo Javier" userId="cc3ddd5460088ebd" providerId="LiveId" clId="{E07CCDD1-7497-407D-BDAB-2F6AF5935171}" dt="2026-05-08T02:14:05.277" v="111" actId="1076"/>
          <ac:picMkLst>
            <pc:docMk/>
            <pc:sldMk cId="4182148033" sldId="293"/>
            <ac:picMk id="6" creationId="{CBE21D53-DA9C-B068-B150-25F4F9E7B933}"/>
          </ac:picMkLst>
        </pc:picChg>
      </pc:sldChg>
      <pc:sldChg chg="addSp delSp modSp mod">
        <pc:chgData name="Adolfo Javier" userId="cc3ddd5460088ebd" providerId="LiveId" clId="{E07CCDD1-7497-407D-BDAB-2F6AF5935171}" dt="2026-05-08T02:25:41.165" v="189" actId="1076"/>
        <pc:sldMkLst>
          <pc:docMk/>
          <pc:sldMk cId="2519727083" sldId="295"/>
        </pc:sldMkLst>
        <pc:spChg chg="mod">
          <ac:chgData name="Adolfo Javier" userId="cc3ddd5460088ebd" providerId="LiveId" clId="{E07CCDD1-7497-407D-BDAB-2F6AF5935171}" dt="2026-05-08T02:25:21.319" v="186" actId="1076"/>
          <ac:spMkLst>
            <pc:docMk/>
            <pc:sldMk cId="2519727083" sldId="295"/>
            <ac:spMk id="2" creationId="{B2E4D147-B48C-ADE3-3FEF-627D467699A2}"/>
          </ac:spMkLst>
        </pc:spChg>
        <pc:spChg chg="del">
          <ac:chgData name="Adolfo Javier" userId="cc3ddd5460088ebd" providerId="LiveId" clId="{E07CCDD1-7497-407D-BDAB-2F6AF5935171}" dt="2026-05-08T02:24:45.316" v="178"/>
          <ac:spMkLst>
            <pc:docMk/>
            <pc:sldMk cId="2519727083" sldId="295"/>
            <ac:spMk id="4" creationId="{016E0B11-A8C8-E555-81D6-E0074EB58158}"/>
          </ac:spMkLst>
        </pc:spChg>
        <pc:spChg chg="mod">
          <ac:chgData name="Adolfo Javier" userId="cc3ddd5460088ebd" providerId="LiveId" clId="{E07CCDD1-7497-407D-BDAB-2F6AF5935171}" dt="2026-05-08T02:25:12.359" v="183" actId="1076"/>
          <ac:spMkLst>
            <pc:docMk/>
            <pc:sldMk cId="2519727083" sldId="295"/>
            <ac:spMk id="8" creationId="{721E73BA-53B9-C0C1-476A-00736A64AB79}"/>
          </ac:spMkLst>
        </pc:spChg>
        <pc:spChg chg="mod">
          <ac:chgData name="Adolfo Javier" userId="cc3ddd5460088ebd" providerId="LiveId" clId="{E07CCDD1-7497-407D-BDAB-2F6AF5935171}" dt="2026-05-08T02:25:12.359" v="183" actId="1076"/>
          <ac:spMkLst>
            <pc:docMk/>
            <pc:sldMk cId="2519727083" sldId="295"/>
            <ac:spMk id="14" creationId="{C78180D0-1AB6-8416-0EB1-10648E1A6050}"/>
          </ac:spMkLst>
        </pc:spChg>
        <pc:spChg chg="mod">
          <ac:chgData name="Adolfo Javier" userId="cc3ddd5460088ebd" providerId="LiveId" clId="{E07CCDD1-7497-407D-BDAB-2F6AF5935171}" dt="2026-05-08T02:25:17.838" v="185" actId="1076"/>
          <ac:spMkLst>
            <pc:docMk/>
            <pc:sldMk cId="2519727083" sldId="295"/>
            <ac:spMk id="15" creationId="{55AB7753-4245-72E4-BEDB-33038672BA35}"/>
          </ac:spMkLst>
        </pc:spChg>
        <pc:picChg chg="add mod ord">
          <ac:chgData name="Adolfo Javier" userId="cc3ddd5460088ebd" providerId="LiveId" clId="{E07CCDD1-7497-407D-BDAB-2F6AF5935171}" dt="2026-05-08T02:25:41.165" v="189" actId="1076"/>
          <ac:picMkLst>
            <pc:docMk/>
            <pc:sldMk cId="2519727083" sldId="295"/>
            <ac:picMk id="5" creationId="{37054291-FBA8-35D6-2A13-F41EA437764B}"/>
          </ac:picMkLst>
        </pc:picChg>
      </pc:sldChg>
      <pc:sldChg chg="addSp delSp modSp mod modClrScheme chgLayout">
        <pc:chgData name="Adolfo Javier" userId="cc3ddd5460088ebd" providerId="LiveId" clId="{E07CCDD1-7497-407D-BDAB-2F6AF5935171}" dt="2026-05-08T02:10:50.051" v="82" actId="1076"/>
        <pc:sldMkLst>
          <pc:docMk/>
          <pc:sldMk cId="1485080791" sldId="299"/>
        </pc:sldMkLst>
        <pc:spChg chg="mod">
          <ac:chgData name="Adolfo Javier" userId="cc3ddd5460088ebd" providerId="LiveId" clId="{E07CCDD1-7497-407D-BDAB-2F6AF5935171}" dt="2026-05-08T02:10:15.494" v="69" actId="26606"/>
          <ac:spMkLst>
            <pc:docMk/>
            <pc:sldMk cId="1485080791" sldId="299"/>
            <ac:spMk id="2" creationId="{725F021C-3CEB-0FBA-DA89-C9C82E741BB3}"/>
          </ac:spMkLst>
        </pc:spChg>
        <pc:spChg chg="mod">
          <ac:chgData name="Adolfo Javier" userId="cc3ddd5460088ebd" providerId="LiveId" clId="{E07CCDD1-7497-407D-BDAB-2F6AF5935171}" dt="2026-05-08T02:10:15.494" v="69" actId="26606"/>
          <ac:spMkLst>
            <pc:docMk/>
            <pc:sldMk cId="1485080791" sldId="299"/>
            <ac:spMk id="3" creationId="{3C6746B3-AFD9-641E-7CBF-9A783646B368}"/>
          </ac:spMkLst>
        </pc:spChg>
        <pc:spChg chg="mod ord">
          <ac:chgData name="Adolfo Javier" userId="cc3ddd5460088ebd" providerId="LiveId" clId="{E07CCDD1-7497-407D-BDAB-2F6AF5935171}" dt="2026-05-08T02:10:15.494" v="69" actId="26606"/>
          <ac:spMkLst>
            <pc:docMk/>
            <pc:sldMk cId="1485080791" sldId="299"/>
            <ac:spMk id="4" creationId="{5D559569-83D5-A20B-653C-B9D6C8D98164}"/>
          </ac:spMkLst>
        </pc:spChg>
        <pc:picChg chg="add del mod ord">
          <ac:chgData name="Adolfo Javier" userId="cc3ddd5460088ebd" providerId="LiveId" clId="{E07CCDD1-7497-407D-BDAB-2F6AF5935171}" dt="2026-05-08T02:10:33.919" v="74" actId="478"/>
          <ac:picMkLst>
            <pc:docMk/>
            <pc:sldMk cId="1485080791" sldId="299"/>
            <ac:picMk id="6" creationId="{1A26BD37-0BF5-50D1-3011-AA75FE67FB53}"/>
          </ac:picMkLst>
        </pc:picChg>
        <pc:picChg chg="add mod">
          <ac:chgData name="Adolfo Javier" userId="cc3ddd5460088ebd" providerId="LiveId" clId="{E07CCDD1-7497-407D-BDAB-2F6AF5935171}" dt="2026-05-08T02:10:50.051" v="82" actId="1076"/>
          <ac:picMkLst>
            <pc:docMk/>
            <pc:sldMk cId="1485080791" sldId="299"/>
            <ac:picMk id="8" creationId="{B76FBD0C-B564-867C-0798-490B7C863BE1}"/>
          </ac:picMkLst>
        </pc:picChg>
      </pc:sldChg>
      <pc:sldChg chg="addSp modSp mod">
        <pc:chgData name="Adolfo Javier" userId="cc3ddd5460088ebd" providerId="LiveId" clId="{E07CCDD1-7497-407D-BDAB-2F6AF5935171}" dt="2026-05-08T02:29:01.374" v="199" actId="1076"/>
        <pc:sldMkLst>
          <pc:docMk/>
          <pc:sldMk cId="831165586" sldId="301"/>
        </pc:sldMkLst>
        <pc:picChg chg="add mod">
          <ac:chgData name="Adolfo Javier" userId="cc3ddd5460088ebd" providerId="LiveId" clId="{E07CCDD1-7497-407D-BDAB-2F6AF5935171}" dt="2026-05-08T02:29:01.374" v="199" actId="1076"/>
          <ac:picMkLst>
            <pc:docMk/>
            <pc:sldMk cId="831165586" sldId="301"/>
            <ac:picMk id="4" creationId="{EA47B355-BA01-A6CD-8F92-0A1D456937E4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5/7/2026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0D2594CA-29C5-062F-2EA7-C593B096C6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E04BB896-BA64-B358-A066-15B96D23B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EFA2818-7747-F326-294F-EEAC9BEF6E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E0F0-B7F9-756A-3EA4-2114B75370E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0CF20C-6BCC-41A4-8C16-5A346425718D}" type="datetimeFigureOut">
              <a:rPr lang="en-US" smtClean="0"/>
              <a:t>5/7/2026</a:t>
            </a:fld>
            <a:endParaRPr lang="en-US" dirty="0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161C21F-108C-0F07-CDDD-AFB8DDBF6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07CBA7-2A1E-725E-35DA-D1CFF08EC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0679C-80C7-4E7D-9614-ABA41C5B28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681593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4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3774609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5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0938003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243314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E28E1-6026-7F82-BBBD-1206F7322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42F4CB-7B76-138D-DC2E-5CA07B92AB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257286-CA31-4851-574E-761256F829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6539D-873F-2DFF-6FFE-CA0AACBFE2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8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2764448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74442-9AFC-627F-4FBA-6E3D4EED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03AA79-1E33-96FC-B5B8-24453E1772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EB3B55-79A9-D9AB-E160-35C12AEDDE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B7A7E1-01A1-444A-9A50-5D3A10F0A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885279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10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181820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hape 33">
            <a:extLst>
              <a:ext uri="{FF2B5EF4-FFF2-40B4-BE49-F238E27FC236}">
                <a16:creationId xmlns:a16="http://schemas.microsoft.com/office/drawing/2014/main" id="{4D81E37E-7366-D88D-83B8-BBA577CA4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97686" y="106446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pic>
        <p:nvPicPr>
          <p:cNvPr id="12" name="Shape 31">
            <a:extLst>
              <a:ext uri="{FF2B5EF4-FFF2-40B4-BE49-F238E27FC236}">
                <a16:creationId xmlns:a16="http://schemas.microsoft.com/office/drawing/2014/main" id="{A2E096B7-3B4F-355B-58E5-41784AC8B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284315" y="398445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168533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29000"/>
            <a:ext cx="4206240" cy="2377440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73CCCCFD-E0FE-BDB7-CF9D-FCA345E6BA5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394325" y="3429000"/>
            <a:ext cx="3475038" cy="2378075"/>
          </a:xfrm>
        </p:spPr>
        <p:txBody>
          <a:bodyPr anchor="ctr"/>
          <a:lstStyle>
            <a:lvl1pPr marL="347472"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4C8F37E-3F74-F3FA-C9D8-7083DF2BBECC}"/>
              </a:ext>
            </a:extLst>
          </p:cNvPr>
          <p:cNvSpPr/>
          <p:nvPr userDrawn="1"/>
        </p:nvSpPr>
        <p:spPr>
          <a:xfrm>
            <a:off x="7325349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FB905CE6-1C2F-E053-4D14-6B86F4EFDC10}"/>
              </a:ext>
            </a:extLst>
          </p:cNvPr>
          <p:cNvSpPr/>
          <p:nvPr userDrawn="1"/>
        </p:nvSpPr>
        <p:spPr>
          <a:xfrm>
            <a:off x="9416816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12">
            <a:extLst>
              <a:ext uri="{FF2B5EF4-FFF2-40B4-BE49-F238E27FC236}">
                <a16:creationId xmlns:a16="http://schemas.microsoft.com/office/drawing/2014/main" id="{0B2D3BF4-495E-23C2-9911-15BC9E0D8EA7}"/>
              </a:ext>
            </a:extLst>
          </p:cNvPr>
          <p:cNvSpPr/>
          <p:nvPr userDrawn="1"/>
        </p:nvSpPr>
        <p:spPr>
          <a:xfrm>
            <a:off x="1571157" y="505838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2629C19-89EB-BC19-9230-7F7675E16EFF}"/>
              </a:ext>
            </a:extLst>
          </p:cNvPr>
          <p:cNvSpPr/>
          <p:nvPr userDrawn="1"/>
        </p:nvSpPr>
        <p:spPr>
          <a:xfrm>
            <a:off x="521034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481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anchor="b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2" name="Freeform: Shape 5">
            <a:extLst>
              <a:ext uri="{FF2B5EF4-FFF2-40B4-BE49-F238E27FC236}">
                <a16:creationId xmlns:a16="http://schemas.microsoft.com/office/drawing/2014/main" id="{B17C1EC9-3787-8D41-B5F1-BF16FD5C7ACB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Freeform: Shape 6">
            <a:extLst>
              <a:ext uri="{FF2B5EF4-FFF2-40B4-BE49-F238E27FC236}">
                <a16:creationId xmlns:a16="http://schemas.microsoft.com/office/drawing/2014/main" id="{E945D8B2-8BED-B43F-8D56-AB19D0D29970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noProof="0" dirty="0"/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3853EA5E-735A-20F3-684A-C0AD030EC2D4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75DB4848-0824-8316-ED27-44DF37AD6F3D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7" name="Straight Connector 2">
            <a:extLst>
              <a:ext uri="{FF2B5EF4-FFF2-40B4-BE49-F238E27FC236}">
                <a16:creationId xmlns:a16="http://schemas.microsoft.com/office/drawing/2014/main" id="{8784B377-2FE4-4091-C29F-46938ECFA73E}"/>
              </a:ext>
            </a:extLst>
          </p:cNvPr>
          <p:cNvCxnSpPr/>
          <p:nvPr userDrawn="1"/>
        </p:nvCxnSpPr>
        <p:spPr>
          <a:xfrm>
            <a:off x="5998709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61204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E820F9CA-E84D-E159-524A-398712EC6AFE}"/>
              </a:ext>
            </a:extLst>
          </p:cNvPr>
          <p:cNvGrpSpPr/>
          <p:nvPr userDrawn="1"/>
        </p:nvGrpSpPr>
        <p:grpSpPr>
          <a:xfrm>
            <a:off x="879765" y="-10376"/>
            <a:ext cx="10794247" cy="1864808"/>
            <a:chOff x="879765" y="-10376"/>
            <a:chExt cx="10794247" cy="1864808"/>
          </a:xfrm>
        </p:grpSpPr>
        <p:sp>
          <p:nvSpPr>
            <p:cNvPr id="12" name="Freeform: Shape 12">
              <a:extLst>
                <a:ext uri="{FF2B5EF4-FFF2-40B4-BE49-F238E27FC236}">
                  <a16:creationId xmlns:a16="http://schemas.microsoft.com/office/drawing/2014/main" id="{7674207A-3643-0D40-E3B5-F11FCACBAA74}"/>
                </a:ext>
              </a:extLst>
            </p:cNvPr>
            <p:cNvSpPr/>
            <p:nvPr/>
          </p:nvSpPr>
          <p:spPr>
            <a:xfrm>
              <a:off x="8893126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7" name="Freeform: Shape 12">
              <a:extLst>
                <a:ext uri="{FF2B5EF4-FFF2-40B4-BE49-F238E27FC236}">
                  <a16:creationId xmlns:a16="http://schemas.microsoft.com/office/drawing/2014/main" id="{9619B847-88FE-63C2-96AC-161C08F5934F}"/>
                </a:ext>
              </a:extLst>
            </p:cNvPr>
            <p:cNvSpPr/>
            <p:nvPr/>
          </p:nvSpPr>
          <p:spPr>
            <a:xfrm>
              <a:off x="5985740" y="345168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228172F9-6711-D31B-2F7B-A4ECDEAB360C}"/>
                </a:ext>
              </a:extLst>
            </p:cNvPr>
            <p:cNvSpPr/>
            <p:nvPr/>
          </p:nvSpPr>
          <p:spPr>
            <a:xfrm>
              <a:off x="5255120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1732E38F-F657-48F0-5783-63C7EDB52F87}"/>
                </a:ext>
              </a:extLst>
            </p:cNvPr>
            <p:cNvSpPr/>
            <p:nvPr/>
          </p:nvSpPr>
          <p:spPr>
            <a:xfrm>
              <a:off x="6710252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12">
              <a:extLst>
                <a:ext uri="{FF2B5EF4-FFF2-40B4-BE49-F238E27FC236}">
                  <a16:creationId xmlns:a16="http://schemas.microsoft.com/office/drawing/2014/main" id="{601F8F38-CEFA-8374-19C9-69BA4F7D10DF}"/>
                </a:ext>
              </a:extLst>
            </p:cNvPr>
            <p:cNvSpPr/>
            <p:nvPr/>
          </p:nvSpPr>
          <p:spPr>
            <a:xfrm>
              <a:off x="1610385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0659428E-002A-3B5E-D9E8-A2B206826D40}"/>
                </a:ext>
              </a:extLst>
            </p:cNvPr>
            <p:cNvSpPr/>
            <p:nvPr/>
          </p:nvSpPr>
          <p:spPr>
            <a:xfrm>
              <a:off x="879765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3F6BB30-EA63-53B6-1493-0B0220BC1FF8}"/>
                </a:ext>
              </a:extLst>
            </p:cNvPr>
            <p:cNvSpPr/>
            <p:nvPr/>
          </p:nvSpPr>
          <p:spPr>
            <a:xfrm>
              <a:off x="2336512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B6E5B6F-28D6-E7F3-B009-0B5623E38F22}"/>
                </a:ext>
              </a:extLst>
            </p:cNvPr>
            <p:cNvSpPr/>
            <p:nvPr/>
          </p:nvSpPr>
          <p:spPr>
            <a:xfrm>
              <a:off x="8160084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817D92F-B8AA-2300-DC90-9AA1D5E54408}"/>
                </a:ext>
              </a:extLst>
            </p:cNvPr>
            <p:cNvSpPr/>
            <p:nvPr/>
          </p:nvSpPr>
          <p:spPr>
            <a:xfrm>
              <a:off x="9615216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2">
              <a:extLst>
                <a:ext uri="{FF2B5EF4-FFF2-40B4-BE49-F238E27FC236}">
                  <a16:creationId xmlns:a16="http://schemas.microsoft.com/office/drawing/2014/main" id="{F40AC1C2-6632-AEFE-E7DF-2E1BB06D857A}"/>
                </a:ext>
              </a:extLst>
            </p:cNvPr>
            <p:cNvSpPr/>
            <p:nvPr/>
          </p:nvSpPr>
          <p:spPr>
            <a:xfrm>
              <a:off x="10342958" y="32052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487168"/>
            <a:ext cx="4572000" cy="33832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7920" y="2487168"/>
            <a:ext cx="5029200" cy="33832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78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200400"/>
            <a:ext cx="5029200" cy="2743200"/>
          </a:xfrm>
        </p:spPr>
        <p:txBody>
          <a:bodyPr anchor="t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10" name="Picture Placeholder 31">
            <a:extLst>
              <a:ext uri="{FF2B5EF4-FFF2-40B4-BE49-F238E27FC236}">
                <a16:creationId xmlns:a16="http://schemas.microsoft.com/office/drawing/2014/main" id="{373D33A6-83B0-5538-2873-8856E4E6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accent5">
              <a:alpha val="30000"/>
            </a:schemeClr>
          </a:solidFill>
        </p:spPr>
      </p:pic>
      <p:sp>
        <p:nvSpPr>
          <p:cNvPr id="7" name="Content placeholder 47">
            <a:extLst>
              <a:ext uri="{FF2B5EF4-FFF2-40B4-BE49-F238E27FC236}">
                <a16:creationId xmlns:a16="http://schemas.microsoft.com/office/drawing/2014/main" id="{3944D979-8121-82AA-A130-38072F1EA83F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1872" y="2240280"/>
            <a:ext cx="5029200" cy="7602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5" name="Freeform: Shape 25">
            <a:extLst>
              <a:ext uri="{FF2B5EF4-FFF2-40B4-BE49-F238E27FC236}">
                <a16:creationId xmlns:a16="http://schemas.microsoft.com/office/drawing/2014/main" id="{8A1DBD66-3066-DF70-EF94-95DF0D7A6503}"/>
              </a:ext>
            </a:extLst>
          </p:cNvPr>
          <p:cNvSpPr/>
          <p:nvPr userDrawn="1"/>
        </p:nvSpPr>
        <p:spPr>
          <a:xfrm flipH="1">
            <a:off x="7400972" y="4594440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D2CC929C-40BF-4EF5-7910-7F657CAF8CA9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9" name="Straight Connector 2">
            <a:extLst>
              <a:ext uri="{FF2B5EF4-FFF2-40B4-BE49-F238E27FC236}">
                <a16:creationId xmlns:a16="http://schemas.microsoft.com/office/drawing/2014/main" id="{66E94398-47F0-267C-6791-5C30B1CEF496}"/>
              </a:ext>
            </a:extLst>
          </p:cNvPr>
          <p:cNvCxnSpPr/>
          <p:nvPr userDrawn="1"/>
        </p:nvCxnSpPr>
        <p:spPr>
          <a:xfrm>
            <a:off x="1142663" y="2282891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777926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7A93C-2947-B6E4-C693-7C485DDC0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486400" cy="17373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A3F288-990F-014E-F099-1E3091477CA7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914400" y="2743200"/>
            <a:ext cx="8348472" cy="337413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3931920" cy="210312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317990C-ED42-30BE-0501-F9C5B4A48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931920" cy="26517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AC62875-1B1B-E814-6549-162A8DBF8929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745002" y="0"/>
            <a:ext cx="6446999" cy="6858000"/>
          </a:xfrm>
          <a:custGeom>
            <a:avLst/>
            <a:gdLst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03802" y="480395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12BFFCE7-C68B-4904-8795-9589C3F38FD4}"/>
              </a:ext>
            </a:extLst>
          </p:cNvPr>
          <p:cNvSpPr/>
          <p:nvPr userDrawn="1"/>
        </p:nvSpPr>
        <p:spPr>
          <a:xfrm>
            <a:off x="636161" y="5854024"/>
            <a:ext cx="2330137" cy="708120"/>
          </a:xfrm>
          <a:prstGeom prst="rect">
            <a:avLst/>
          </a:prstGeom>
          <a:solidFill>
            <a:srgbClr val="0F2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reeform: Shape 19">
            <a:extLst>
              <a:ext uri="{FF2B5EF4-FFF2-40B4-BE49-F238E27FC236}">
                <a16:creationId xmlns:a16="http://schemas.microsoft.com/office/drawing/2014/main" id="{9D307BA6-8A60-85D7-CC8B-894256DC4B90}"/>
              </a:ext>
            </a:extLst>
          </p:cNvPr>
          <p:cNvSpPr/>
          <p:nvPr userDrawn="1"/>
        </p:nvSpPr>
        <p:spPr>
          <a:xfrm>
            <a:off x="8517470" y="2248218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>
            <a:off x="9578882" y="460803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>
            <a:off x="9522496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>
            <a:off x="11034052" y="3709992"/>
            <a:ext cx="117318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60704"/>
            <a:ext cx="7132320" cy="1773936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34C76-4814-6AFA-CEFD-F82B9ED9B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2F254A-B4C7-D072-FEB9-22F9A2B0CA64}"/>
              </a:ext>
            </a:extLst>
          </p:cNvPr>
          <p:cNvSpPr>
            <a:spLocks noGrp="1"/>
          </p:cNvSpPr>
          <p:nvPr>
            <p:ph idx="56"/>
          </p:nvPr>
        </p:nvSpPr>
        <p:spPr>
          <a:xfrm>
            <a:off x="475488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DBF4DF-D0B4-1DA6-0271-5D4033A9C19C}"/>
              </a:ext>
            </a:extLst>
          </p:cNvPr>
          <p:cNvSpPr>
            <a:spLocks noGrp="1"/>
          </p:cNvSpPr>
          <p:nvPr>
            <p:ph type="ftr" sz="quarter" idx="5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389120" cy="2103120"/>
          </a:xfrm>
        </p:spPr>
        <p:txBody>
          <a:bodyPr anchor="b" anchorCtr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03123E-E3E0-5E2A-E1FB-EC28A2C68EE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14400" y="3108960"/>
            <a:ext cx="4389120" cy="192024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B0A6B95-C59B-C125-7957-8C41B378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367528" cy="52120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18CD2E87-8426-FC12-6665-A6E2F64FEA93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-9525" y="5039331"/>
            <a:ext cx="986377" cy="128016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D35CF771-1335-6C94-6AA8-AF68EADDDF00}"/>
              </a:ext>
            </a:extLst>
          </p:cNvPr>
          <p:cNvSpPr/>
          <p:nvPr userDrawn="1"/>
        </p:nvSpPr>
        <p:spPr>
          <a:xfrm>
            <a:off x="1140014" y="5142797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bg2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4390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47">
            <a:extLst>
              <a:ext uri="{FF2B5EF4-FFF2-40B4-BE49-F238E27FC236}">
                <a16:creationId xmlns:a16="http://schemas.microsoft.com/office/drawing/2014/main" id="{117BCD91-6BBA-AACD-3424-C3A4E5C1AB1D}"/>
              </a:ext>
            </a:extLst>
          </p:cNvPr>
          <p:cNvSpPr>
            <a:spLocks noGrp="1" noChangeAspect="1"/>
          </p:cNvSpPr>
          <p:nvPr>
            <p:ph type="pic" sz="quarter" idx="48"/>
          </p:nvPr>
        </p:nvSpPr>
        <p:spPr>
          <a:xfrm>
            <a:off x="914400" y="539496"/>
            <a:ext cx="5025207" cy="577900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/>
              <a:t>Click icon to add picture</a:t>
            </a:r>
            <a:endParaRPr lang="en-US" altLang="zh-CN" noProof="0" dirty="0"/>
          </a:p>
        </p:txBody>
      </p:sp>
      <p:pic>
        <p:nvPicPr>
          <p:cNvPr id="7" name="Shape 33">
            <a:extLst>
              <a:ext uri="{FF2B5EF4-FFF2-40B4-BE49-F238E27FC236}">
                <a16:creationId xmlns:a16="http://schemas.microsoft.com/office/drawing/2014/main" id="{78B6A20E-2402-E586-7E92-A2C0D0B85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2010" y="4038403"/>
            <a:ext cx="1438713" cy="1645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Freeform: Shape 11">
            <a:extLst>
              <a:ext uri="{FF2B5EF4-FFF2-40B4-BE49-F238E27FC236}">
                <a16:creationId xmlns:a16="http://schemas.microsoft.com/office/drawing/2014/main" id="{20E24AA2-A4D8-FFB3-C801-0E57990B8CB6}"/>
              </a:ext>
            </a:extLst>
          </p:cNvPr>
          <p:cNvSpPr/>
          <p:nvPr userDrawn="1"/>
        </p:nvSpPr>
        <p:spPr>
          <a:xfrm>
            <a:off x="1360235" y="5541405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1FEC53F3-5030-5BCF-54CA-ABB14457C073}"/>
              </a:ext>
            </a:extLst>
          </p:cNvPr>
          <p:cNvSpPr/>
          <p:nvPr userDrawn="1"/>
        </p:nvSpPr>
        <p:spPr>
          <a:xfrm>
            <a:off x="5429027" y="393334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86721E85-C7DE-A05F-D33D-97CAF161E33A}"/>
              </a:ext>
            </a:extLst>
          </p:cNvPr>
          <p:cNvSpPr/>
          <p:nvPr userDrawn="1"/>
        </p:nvSpPr>
        <p:spPr>
          <a:xfrm>
            <a:off x="0" y="2860787"/>
            <a:ext cx="2004570" cy="3676532"/>
          </a:xfrm>
          <a:custGeom>
            <a:avLst/>
            <a:gdLst>
              <a:gd name="connsiteX0" fmla="*/ 417538 w 2004570"/>
              <a:gd name="connsiteY0" fmla="*/ 0 h 3676532"/>
              <a:gd name="connsiteX1" fmla="*/ 2004570 w 2004570"/>
              <a:gd name="connsiteY1" fmla="*/ 925683 h 3676532"/>
              <a:gd name="connsiteX2" fmla="*/ 2004570 w 2004570"/>
              <a:gd name="connsiteY2" fmla="*/ 2763949 h 3676532"/>
              <a:gd name="connsiteX3" fmla="*/ 413202 w 2004570"/>
              <a:gd name="connsiteY3" fmla="*/ 3676532 h 3676532"/>
              <a:gd name="connsiteX4" fmla="*/ 0 w 2004570"/>
              <a:gd name="connsiteY4" fmla="*/ 3439338 h 3676532"/>
              <a:gd name="connsiteX5" fmla="*/ 0 w 2004570"/>
              <a:gd name="connsiteY5" fmla="*/ 24107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04570" h="3676532">
                <a:moveTo>
                  <a:pt x="417538" y="0"/>
                </a:moveTo>
                <a:lnTo>
                  <a:pt x="2004570" y="925683"/>
                </a:lnTo>
                <a:lnTo>
                  <a:pt x="2004570" y="2763949"/>
                </a:lnTo>
                <a:lnTo>
                  <a:pt x="413202" y="3676532"/>
                </a:lnTo>
                <a:lnTo>
                  <a:pt x="0" y="3439338"/>
                </a:lnTo>
                <a:lnTo>
                  <a:pt x="0" y="2410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657773" y="5253270"/>
            <a:ext cx="1710765" cy="1621875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275432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576" y="1499616"/>
            <a:ext cx="7955280" cy="1335024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FFF81D2-C0B4-3B82-8DF6-D10CC07C441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65576" y="3108960"/>
            <a:ext cx="4572000" cy="3108960"/>
          </a:xfrm>
        </p:spPr>
        <p:txBody>
          <a:bodyPr/>
          <a:lstStyle>
            <a:lvl1pPr marL="512064" indent="-512064">
              <a:buFont typeface="+mj-lt"/>
              <a:buAutoNum type="arabicPeriod"/>
              <a:defRPr sz="1800"/>
            </a:lvl1pPr>
            <a:lvl2pPr marL="1097280" indent="-512064">
              <a:buFont typeface="+mj-lt"/>
              <a:buAutoNum type="alphaLcPeriod"/>
              <a:defRPr sz="1800"/>
            </a:lvl2pPr>
            <a:lvl3pPr marL="1645920" indent="-512064">
              <a:buFont typeface="+mj-lt"/>
              <a:buAutoNum type="romanLcPeriod"/>
              <a:defRPr sz="1800"/>
            </a:lvl3pPr>
            <a:lvl4pPr marL="2194560" indent="-512064">
              <a:buFont typeface="+mj-lt"/>
              <a:buAutoNum type="arabicParenR"/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90F721-56C7-251D-948D-117696095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0" y="3108960"/>
            <a:ext cx="3017520" cy="310896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94E8A0-C02C-2322-50C1-50080A793F84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>
          <a:xfrm>
            <a:off x="3465576" y="6217920"/>
            <a:ext cx="4114800" cy="365125"/>
          </a:xfrm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2">
            <a:extLst>
              <a:ext uri="{FF2B5EF4-FFF2-40B4-BE49-F238E27FC236}">
                <a16:creationId xmlns:a16="http://schemas.microsoft.com/office/drawing/2014/main" id="{0750FD92-E143-4402-D455-30DC417CBDBE}"/>
              </a:ext>
            </a:extLst>
          </p:cNvPr>
          <p:cNvSpPr/>
          <p:nvPr userDrawn="1"/>
        </p:nvSpPr>
        <p:spPr>
          <a:xfrm>
            <a:off x="1198465" y="958947"/>
            <a:ext cx="1544735" cy="174369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6B13E9E2-D67B-E75B-D60D-CE3782A4FC67}"/>
              </a:ext>
            </a:extLst>
          </p:cNvPr>
          <p:cNvSpPr/>
          <p:nvPr userDrawn="1"/>
        </p:nvSpPr>
        <p:spPr>
          <a:xfrm>
            <a:off x="326738" y="0"/>
            <a:ext cx="1544359" cy="1254845"/>
          </a:xfrm>
          <a:custGeom>
            <a:avLst/>
            <a:gdLst>
              <a:gd name="connsiteX0" fmla="*/ 0 w 1544359"/>
              <a:gd name="connsiteY0" fmla="*/ 0 h 1254845"/>
              <a:gd name="connsiteX1" fmla="*/ 1544359 w 1544359"/>
              <a:gd name="connsiteY1" fmla="*/ 0 h 1254845"/>
              <a:gd name="connsiteX2" fmla="*/ 1543519 w 1544359"/>
              <a:gd name="connsiteY2" fmla="*/ 822090 h 1254845"/>
              <a:gd name="connsiteX3" fmla="*/ 772206 w 1544359"/>
              <a:gd name="connsiteY3" fmla="*/ 1254845 h 1254845"/>
              <a:gd name="connsiteX4" fmla="*/ 0 w 1544359"/>
              <a:gd name="connsiteY4" fmla="*/ 822027 h 1254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4359" h="1254845">
                <a:moveTo>
                  <a:pt x="0" y="0"/>
                </a:moveTo>
                <a:lnTo>
                  <a:pt x="1544359" y="0"/>
                </a:lnTo>
                <a:lnTo>
                  <a:pt x="1543519" y="822090"/>
                </a:lnTo>
                <a:lnTo>
                  <a:pt x="772206" y="1254845"/>
                </a:lnTo>
                <a:lnTo>
                  <a:pt x="0" y="82202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Hexagon 21">
            <a:extLst>
              <a:ext uri="{FF2B5EF4-FFF2-40B4-BE49-F238E27FC236}">
                <a16:creationId xmlns:a16="http://schemas.microsoft.com/office/drawing/2014/main" id="{AA088CB3-68C2-8BF7-640B-511D7AD708D4}"/>
              </a:ext>
            </a:extLst>
          </p:cNvPr>
          <p:cNvSpPr/>
          <p:nvPr userDrawn="1"/>
        </p:nvSpPr>
        <p:spPr>
          <a:xfrm>
            <a:off x="2757266" y="2493385"/>
            <a:ext cx="1467568" cy="1305975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rgbClr val="D844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Hexagon 28">
            <a:extLst>
              <a:ext uri="{FF2B5EF4-FFF2-40B4-BE49-F238E27FC236}">
                <a16:creationId xmlns:a16="http://schemas.microsoft.com/office/drawing/2014/main" id="{E4EF439B-1CC3-CA39-B62A-E54F83ED70D2}"/>
              </a:ext>
            </a:extLst>
          </p:cNvPr>
          <p:cNvSpPr/>
          <p:nvPr userDrawn="1"/>
        </p:nvSpPr>
        <p:spPr>
          <a:xfrm>
            <a:off x="396269" y="251164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rgbClr val="9843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Hexagon 21">
            <a:extLst>
              <a:ext uri="{FF2B5EF4-FFF2-40B4-BE49-F238E27FC236}">
                <a16:creationId xmlns:a16="http://schemas.microsoft.com/office/drawing/2014/main" id="{A38FF139-88E9-67A9-6010-4EDFB851076B}"/>
              </a:ext>
            </a:extLst>
          </p:cNvPr>
          <p:cNvSpPr/>
          <p:nvPr userDrawn="1"/>
        </p:nvSpPr>
        <p:spPr>
          <a:xfrm>
            <a:off x="5150156" y="5261378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Hexagon 21">
            <a:extLst>
              <a:ext uri="{FF2B5EF4-FFF2-40B4-BE49-F238E27FC236}">
                <a16:creationId xmlns:a16="http://schemas.microsoft.com/office/drawing/2014/main" id="{99956147-4454-5EA6-FC9C-94C08EE35F28}"/>
              </a:ext>
            </a:extLst>
          </p:cNvPr>
          <p:cNvSpPr/>
          <p:nvPr userDrawn="1"/>
        </p:nvSpPr>
        <p:spPr>
          <a:xfrm>
            <a:off x="3948599" y="3206642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35040" y="3108960"/>
            <a:ext cx="5394960" cy="187979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1" r:id="rId2"/>
    <p:sldLayoutId id="2147483674" r:id="rId3"/>
    <p:sldLayoutId id="2147483670" r:id="rId4"/>
    <p:sldLayoutId id="2147483669" r:id="rId5"/>
    <p:sldLayoutId id="2147483655" r:id="rId6"/>
    <p:sldLayoutId id="2147483651" r:id="rId7"/>
    <p:sldLayoutId id="2147483662" r:id="rId8"/>
    <p:sldLayoutId id="2147483672" r:id="rId9"/>
    <p:sldLayoutId id="2147483653" r:id="rId10"/>
    <p:sldLayoutId id="2147483663" r:id="rId11"/>
    <p:sldLayoutId id="2147483665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</p:spPr>
        <p:txBody>
          <a:bodyPr lIns="0" anchor="b" anchorCtr="0"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Forensic Final Report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</p:spPr>
        <p:txBody>
          <a:bodyPr>
            <a:normAutofit fontScale="55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Kali Linux VM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Adolfo T. Javier Leon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Forensics 2614</a:t>
            </a:r>
          </a:p>
        </p:txBody>
      </p:sp>
      <p:pic>
        <p:nvPicPr>
          <p:cNvPr id="20" name="Picture Placeholder 19" descr="Two people looking at a laptop at a table">
            <a:extLst>
              <a:ext uri="{FF2B5EF4-FFF2-40B4-BE49-F238E27FC236}">
                <a16:creationId xmlns:a16="http://schemas.microsoft.com/office/drawing/2014/main" id="{E83BB08F-E403-8715-0B24-AD9E4B72C80E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3"/>
          <a:srcRect l="23" r="23"/>
          <a:stretch/>
        </p:blipFill>
        <p:spPr>
          <a:xfrm>
            <a:off x="6642205" y="731520"/>
            <a:ext cx="4405503" cy="5066346"/>
          </a:xfrm>
        </p:spPr>
      </p:pic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F021C-3CEB-0FBA-DA89-C9C82E741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3931920" cy="2103120"/>
          </a:xfrm>
        </p:spPr>
        <p:txBody>
          <a:bodyPr anchor="b" anchorCtr="0">
            <a:normAutofit/>
          </a:bodyPr>
          <a:lstStyle/>
          <a:p>
            <a:r>
              <a:rPr lang="en-US" dirty="0"/>
              <a:t>Case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6746B3-AFD9-641E-7CBF-9A783646B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931920" cy="2651760"/>
          </a:xfrm>
        </p:spPr>
        <p:txBody>
          <a:bodyPr anchorCtr="0">
            <a:normAutofit/>
          </a:bodyPr>
          <a:lstStyle/>
          <a:p>
            <a:r>
              <a:rPr lang="en-US" sz="1400"/>
              <a:t>Target: Kali Linux VirtualBox VM</a:t>
            </a:r>
          </a:p>
          <a:p>
            <a:r>
              <a:rPr lang="en-US" sz="1400"/>
              <a:t>Purpose: Controlled forensic acquisition &amp; analysis</a:t>
            </a:r>
          </a:p>
          <a:p>
            <a:r>
              <a:rPr lang="en-US" sz="1400"/>
              <a:t>Evidence collected:</a:t>
            </a:r>
          </a:p>
          <a:p>
            <a:pPr lvl="1"/>
            <a:r>
              <a:rPr lang="en-US" sz="1400"/>
              <a:t>Full disk image (E01)</a:t>
            </a:r>
          </a:p>
          <a:p>
            <a:pPr lvl="1"/>
            <a:r>
              <a:rPr lang="en-US" sz="1400"/>
              <a:t>Network capture (PCAPNG)</a:t>
            </a:r>
          </a:p>
          <a:p>
            <a:pPr lvl="2"/>
            <a:r>
              <a:rPr lang="en-US" sz="1400"/>
              <a:t>Tools used: Guymager, Sleuth Kit, Wireshark, Hashdeep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59569-83D5-A20B-653C-B9D6C8D98164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2</a:t>
            </a:fld>
            <a:endParaRPr lang="en-US" altLang="zh-CN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6FBD0C-B564-867C-0798-490B7C863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8257" y="2711395"/>
            <a:ext cx="6404504" cy="344688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485080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487168"/>
            <a:ext cx="4572000" cy="3383280"/>
          </a:xfrm>
          <a:noFill/>
        </p:spPr>
        <p:txBody>
          <a:bodyPr anchor="t" anchorCtr="0">
            <a:noAutofit/>
          </a:bodyPr>
          <a:lstStyle/>
          <a:p>
            <a:r>
              <a:rPr lang="en-US" dirty="0"/>
              <a:t>Acquisition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176" y="1835715"/>
            <a:ext cx="5029200" cy="1709274"/>
          </a:xfrm>
          <a:noFill/>
        </p:spPr>
        <p:txBody>
          <a:bodyPr>
            <a:normAutofit fontScale="85000" lnSpcReduction="10000"/>
          </a:bodyPr>
          <a:lstStyle/>
          <a:p>
            <a:r>
              <a:rPr lang="en-US" sz="2400" dirty="0"/>
              <a:t>Disk imaged with Guymager</a:t>
            </a:r>
          </a:p>
          <a:p>
            <a:r>
              <a:rPr lang="en-US" sz="2400" dirty="0"/>
              <a:t>MD5 &amp; SHA‑256 hashes generated</a:t>
            </a:r>
          </a:p>
          <a:p>
            <a:r>
              <a:rPr lang="en-US" sz="2400" dirty="0"/>
              <a:t>Evidence stored in read‑only directory</a:t>
            </a:r>
          </a:p>
          <a:p>
            <a:r>
              <a:rPr lang="en-US" sz="2400" dirty="0"/>
              <a:t>Network capture performed on eth0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4AF3B-CC38-C6F7-1058-2FC5EE48D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3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8A80F0-8347-D79B-48B3-DB580CBB4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3444" y="3707089"/>
            <a:ext cx="4385336" cy="26312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A7522C9-84A9-A6BF-3CFB-E87B9D5A8FE4}"/>
              </a:ext>
            </a:extLst>
          </p:cNvPr>
          <p:cNvSpPr txBox="1"/>
          <p:nvPr/>
        </p:nvSpPr>
        <p:spPr>
          <a:xfrm>
            <a:off x="3460881" y="6295356"/>
            <a:ext cx="1292341" cy="369332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Guymager</a:t>
            </a:r>
            <a:endParaRPr lang="en-US" sz="1800" dirty="0">
              <a:solidFill>
                <a:prstClr val="white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65AB36F-C939-FD48-3FCC-EB8FEE7F72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2568" y="3576928"/>
            <a:ext cx="3963784" cy="2761363"/>
          </a:xfrm>
          <a:prstGeom prst="rect">
            <a:avLst/>
          </a:prstGeom>
          <a:noFill/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7FEEE1D-082A-8610-2865-F93477D8D03D}"/>
              </a:ext>
            </a:extLst>
          </p:cNvPr>
          <p:cNvSpPr txBox="1"/>
          <p:nvPr/>
        </p:nvSpPr>
        <p:spPr>
          <a:xfrm>
            <a:off x="7726461" y="6338291"/>
            <a:ext cx="1055097" cy="369332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1800" dirty="0" err="1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GParted</a:t>
            </a:r>
            <a:endParaRPr lang="en-US" sz="1800" dirty="0">
              <a:solidFill>
                <a:prstClr val="white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1D18537-D028-9E9C-FB87-93F24955D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3931920" cy="2103120"/>
          </a:xfrm>
        </p:spPr>
        <p:txBody>
          <a:bodyPr anchor="b" anchorCtr="0"/>
          <a:lstStyle/>
          <a:p>
            <a:r>
              <a:rPr lang="en-US" altLang="zh-CN" dirty="0"/>
              <a:t>Hash Verification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0093B1-77CC-1E61-FB22-E136F94EA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693" y="4171278"/>
            <a:ext cx="8727142" cy="2651760"/>
          </a:xfrm>
        </p:spPr>
        <p:txBody>
          <a:bodyPr>
            <a:normAutofit/>
          </a:bodyPr>
          <a:lstStyle/>
          <a:p>
            <a:r>
              <a:rPr lang="en-US" dirty="0"/>
              <a:t>MD5: 82a022bfed3fff6800693947f058378f</a:t>
            </a:r>
          </a:p>
          <a:p>
            <a:r>
              <a:rPr lang="en-US" dirty="0"/>
              <a:t>SHA‑256: f60bba51c5e743c41eac77c8af068df3257de53fd5ac71686bf1cb98739ab992</a:t>
            </a:r>
          </a:p>
          <a:p>
            <a:r>
              <a:rPr lang="en-US" dirty="0"/>
              <a:t>Hashdeep confirmed integrity of the disk image remaining unchanged</a:t>
            </a:r>
          </a:p>
          <a:p>
            <a:r>
              <a:rPr lang="en-US" dirty="0"/>
              <a:t>No tampering detected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D246665A-6901-3F62-340A-A95E775ACA48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6B3DA3-995E-263F-F271-D0DCB60A6118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4</a:t>
            </a:fld>
            <a:endParaRPr lang="en-US" altLang="zh-CN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2B4C95-6FDA-E91D-9AA9-A68828CFD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8977" y="2654552"/>
            <a:ext cx="7976088" cy="1368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54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59">
            <a:extLst>
              <a:ext uri="{FF2B5EF4-FFF2-40B4-BE49-F238E27FC236}">
                <a16:creationId xmlns:a16="http://schemas.microsoft.com/office/drawing/2014/main" id="{0031CE36-F77D-3964-C169-771DBA49D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60704"/>
            <a:ext cx="7132320" cy="866067"/>
          </a:xfrm>
        </p:spPr>
        <p:txBody>
          <a:bodyPr/>
          <a:lstStyle/>
          <a:p>
            <a:r>
              <a:rPr lang="en-US" dirty="0"/>
              <a:t>File System Analysis 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520E98B6-7B33-8FD4-A662-31DD4B85E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180" y="2097619"/>
            <a:ext cx="4509501" cy="4425419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EXT4 structure examined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Inodes extracted using Sleuth Kit</a:t>
            </a:r>
          </a:p>
          <a:p>
            <a:pPr marL="690372" lvl="1" indent="-342900"/>
            <a:r>
              <a:rPr lang="en-US" dirty="0"/>
              <a:t>Using Sleuth Kit tools like fsstat, fls, and icat, I examined the EXT4 file system. Metadata showed normal timestamps and no signs of tampering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File metadata reviewed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No unauthorized modifications detected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930FF33C-2E3C-37EC-75C2-1BE4513D9B62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22DE72-77CB-CB24-A4D1-2FAC47307AC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5</a:t>
            </a:fld>
            <a:endParaRPr lang="en-US" altLang="zh-CN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DE1221-7840-FAB7-EF09-B7A07CFF7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3196" y="4195223"/>
            <a:ext cx="4335439" cy="24433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BE21D53-DA9C-B068-B150-25F4F9E7B9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3385" y="277210"/>
            <a:ext cx="2695062" cy="37274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425295B-1D41-EDCD-18CF-FED2B6DD56FA}"/>
              </a:ext>
            </a:extLst>
          </p:cNvPr>
          <p:cNvSpPr txBox="1"/>
          <p:nvPr/>
        </p:nvSpPr>
        <p:spPr>
          <a:xfrm>
            <a:off x="6745709" y="2525599"/>
            <a:ext cx="436338" cy="369332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1800" dirty="0" err="1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fls</a:t>
            </a:r>
            <a:endParaRPr lang="en-US" sz="1800" dirty="0">
              <a:solidFill>
                <a:prstClr val="white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42EE37-1E7B-9533-1289-E94D7F7AD14B}"/>
              </a:ext>
            </a:extLst>
          </p:cNvPr>
          <p:cNvSpPr txBox="1"/>
          <p:nvPr/>
        </p:nvSpPr>
        <p:spPr>
          <a:xfrm>
            <a:off x="5643433" y="5269832"/>
            <a:ext cx="769763" cy="369332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1800" dirty="0" err="1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fsstat</a:t>
            </a:r>
            <a:endParaRPr lang="en-US" sz="1800" dirty="0">
              <a:solidFill>
                <a:prstClr val="white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148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</p:spPr>
        <p:txBody>
          <a:bodyPr anchor="t" anchorCtr="0">
            <a:normAutofit/>
          </a:bodyPr>
          <a:lstStyle/>
          <a:p>
            <a:r>
              <a:rPr lang="en-US" dirty="0"/>
              <a:t>Recovered Files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9DA784D-F56F-1224-707E-9F882C4EB8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486400" cy="1737360"/>
          </a:xfrm>
        </p:spPr>
        <p:txBody>
          <a:bodyPr>
            <a:normAutofit/>
          </a:bodyPr>
          <a:lstStyle/>
          <a:p>
            <a:r>
              <a:rPr lang="en-US" sz="1100"/>
              <a:t>Three DLLs recovered</a:t>
            </a:r>
          </a:p>
          <a:p>
            <a:r>
              <a:rPr lang="en-US" sz="1100"/>
              <a:t>Disk Image, strings analysis showed only system content</a:t>
            </a:r>
          </a:p>
          <a:p>
            <a:r>
              <a:rPr lang="en-US" sz="1100"/>
              <a:t>Inodes: 864942, 865083, 1469402</a:t>
            </a:r>
          </a:p>
          <a:p>
            <a:r>
              <a:rPr lang="en-US" sz="1100"/>
              <a:t>Strings analysis: benign content</a:t>
            </a:r>
          </a:p>
          <a:p>
            <a:r>
              <a:rPr lang="en-US" sz="1100"/>
              <a:t>No malware indicators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AE2DC7-F1D8-D369-308E-F5D3F13C4218}"/>
              </a:ext>
            </a:extLst>
          </p:cNvPr>
          <p:cNvPicPr>
            <a:picLocks noGrp="1" noChangeAspect="1"/>
          </p:cNvPicPr>
          <p:nvPr>
            <p:ph idx="30"/>
          </p:nvPr>
        </p:nvPicPr>
        <p:blipFill>
          <a:blip r:embed="rId2"/>
          <a:stretch>
            <a:fillRect/>
          </a:stretch>
        </p:blipFill>
        <p:spPr>
          <a:xfrm>
            <a:off x="693019" y="2969882"/>
            <a:ext cx="8348472" cy="1419239"/>
          </a:xfrm>
          <a:prstGeom prst="rect">
            <a:avLst/>
          </a:prstGeom>
          <a:noFill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DFE8A8-4537-F7A1-3BF9-834AEFE3EA1A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82291E-64B9-CCA6-EFC5-296FDB307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77" y="4495179"/>
            <a:ext cx="5486400" cy="20878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BA2916B-6C50-903E-1A97-46F2A9B7F02E}"/>
              </a:ext>
            </a:extLst>
          </p:cNvPr>
          <p:cNvSpPr txBox="1"/>
          <p:nvPr/>
        </p:nvSpPr>
        <p:spPr>
          <a:xfrm>
            <a:off x="8990907" y="3494835"/>
            <a:ext cx="720070" cy="369332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DLLs</a:t>
            </a:r>
            <a:endParaRPr lang="en-US" sz="1800" dirty="0">
              <a:solidFill>
                <a:prstClr val="white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F52F7A-F9F1-1319-3343-60C5150A0A96}"/>
              </a:ext>
            </a:extLst>
          </p:cNvPr>
          <p:cNvSpPr txBox="1"/>
          <p:nvPr/>
        </p:nvSpPr>
        <p:spPr>
          <a:xfrm>
            <a:off x="6096000" y="5249725"/>
            <a:ext cx="1873624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S</a:t>
            </a:r>
            <a:r>
              <a:rPr lang="en-US" sz="1800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trings</a:t>
            </a:r>
          </a:p>
        </p:txBody>
      </p:sp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21E73BA-53B9-C0C1-476A-00736A64A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5611" y="531427"/>
            <a:ext cx="7955280" cy="1335024"/>
          </a:xfrm>
        </p:spPr>
        <p:txBody>
          <a:bodyPr anchor="b" anchorCtr="0"/>
          <a:lstStyle/>
          <a:p>
            <a:r>
              <a:rPr lang="en-US" dirty="0"/>
              <a:t>Browser Artifact Analysis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78180D0-1AB6-8416-0EB1-10648E1A605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075611" y="2140771"/>
            <a:ext cx="4572000" cy="3108960"/>
          </a:xfrm>
        </p:spPr>
        <p:txBody>
          <a:bodyPr/>
          <a:lstStyle/>
          <a:p>
            <a:r>
              <a:rPr lang="en-US" dirty="0"/>
              <a:t>places.sqlite examined</a:t>
            </a:r>
          </a:p>
          <a:p>
            <a:r>
              <a:rPr lang="en-US" dirty="0"/>
              <a:t>Normal browsing activity</a:t>
            </a:r>
          </a:p>
          <a:p>
            <a:r>
              <a:rPr lang="en-US" dirty="0"/>
              <a:t>No suspicious URLs</a:t>
            </a:r>
          </a:p>
          <a:p>
            <a:r>
              <a:rPr lang="en-US" dirty="0"/>
              <a:t>No downloads or redirects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E4D147-B48C-ADE3-3FEF-627D467699A2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>
          <a:xfrm>
            <a:off x="11265921" y="6305310"/>
            <a:ext cx="458592" cy="365125"/>
          </a:xfrm>
        </p:spPr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7</a:t>
            </a:fld>
            <a:endParaRPr lang="en-US" altLang="zh-CN" noProof="0" dirty="0"/>
          </a:p>
        </p:txBody>
      </p:sp>
      <p:sp>
        <p:nvSpPr>
          <p:cNvPr id="15" name="Slide Number Placeholder 13">
            <a:extLst>
              <a:ext uri="{FF2B5EF4-FFF2-40B4-BE49-F238E27FC236}">
                <a16:creationId xmlns:a16="http://schemas.microsoft.com/office/drawing/2014/main" id="{55AB7753-4245-72E4-BEDB-33038672BA35}"/>
              </a:ext>
            </a:extLst>
          </p:cNvPr>
          <p:cNvSpPr txBox="1">
            <a:spLocks/>
          </p:cNvSpPr>
          <p:nvPr/>
        </p:nvSpPr>
        <p:spPr>
          <a:xfrm>
            <a:off x="11265921" y="6305311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054291-FBA8-35D6-2A13-F41EA43776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110296" y="4178144"/>
            <a:ext cx="5992928" cy="2280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727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7CD64-1336-C688-328B-FE103482B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A87580A-1093-33F1-F995-49FF2A05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3931920" cy="2103120"/>
          </a:xfrm>
        </p:spPr>
        <p:txBody>
          <a:bodyPr anchor="b" anchorCtr="0"/>
          <a:lstStyle/>
          <a:p>
            <a:r>
              <a:rPr lang="en-US" altLang="zh-CN" dirty="0"/>
              <a:t>Network Capture Analysis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2E65A56-AA74-AA18-52AB-9820702D3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3108960"/>
            <a:ext cx="4441371" cy="2651760"/>
          </a:xfrm>
        </p:spPr>
        <p:txBody>
          <a:bodyPr>
            <a:normAutofit/>
          </a:bodyPr>
          <a:lstStyle/>
          <a:p>
            <a:r>
              <a:rPr lang="en-US" dirty="0"/>
              <a:t>- DNS lookup for youtube.com</a:t>
            </a:r>
          </a:p>
          <a:p>
            <a:pPr lvl="1"/>
            <a:r>
              <a:rPr lang="en-US" dirty="0"/>
              <a:t>The network capture contained only DNS, ICMP, and HTTPS traffic related to YouTube.</a:t>
            </a:r>
          </a:p>
          <a:p>
            <a:r>
              <a:rPr lang="en-US" dirty="0"/>
              <a:t>- ICMP echo requests (ping)</a:t>
            </a:r>
          </a:p>
          <a:p>
            <a:r>
              <a:rPr lang="en-US" dirty="0"/>
              <a:t>- HTTPS traffic to YouTube CDN</a:t>
            </a:r>
          </a:p>
          <a:p>
            <a:r>
              <a:rPr lang="en-US" dirty="0"/>
              <a:t>- No malicious traffic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56246156-8A8C-1E97-C2AB-DAB314282D7C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2C56FD-4CFC-19B9-442A-BC837DAA0C09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8</a:t>
            </a:fld>
            <a:endParaRPr lang="en-US" altLang="zh-CN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47B355-BA01-A6CD-8F92-0A1D45693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1576" y="2695920"/>
            <a:ext cx="6302188" cy="3404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165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1E208-C441-0F13-08F5-77361DB9F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20B2CD1-022A-B581-6185-C712E685C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576" y="1499616"/>
            <a:ext cx="7955280" cy="1335024"/>
          </a:xfrm>
        </p:spPr>
        <p:txBody>
          <a:bodyPr anchor="b" anchorCtr="0"/>
          <a:lstStyle/>
          <a:p>
            <a:r>
              <a:rPr lang="en-US" dirty="0"/>
              <a:t>Additional System Behavior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ABBF72C-7B32-4A3A-BD84-1E1F1C8C560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65576" y="3108960"/>
            <a:ext cx="4572000" cy="3108960"/>
          </a:xfrm>
        </p:spPr>
        <p:txBody>
          <a:bodyPr/>
          <a:lstStyle/>
          <a:p>
            <a:r>
              <a:rPr lang="en-US" dirty="0"/>
              <a:t>Application‑level SMTP errors observed</a:t>
            </a:r>
          </a:p>
          <a:p>
            <a:pPr lvl="1"/>
            <a:r>
              <a:rPr lang="en-US" dirty="0"/>
              <a:t>These appear to be from a misconfigured mail client and are not related to malicious activity</a:t>
            </a:r>
          </a:p>
          <a:p>
            <a:r>
              <a:rPr lang="en-US" dirty="0"/>
              <a:t>Not related to malware</a:t>
            </a:r>
          </a:p>
          <a:p>
            <a:r>
              <a:rPr lang="en-US" dirty="0"/>
              <a:t>Likely misconfigured mail client</a:t>
            </a:r>
          </a:p>
          <a:p>
            <a:r>
              <a:rPr lang="en-US" dirty="0"/>
              <a:t>No impact on system integrity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C9306F-D087-8E9D-D85F-3D63C2E7D935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9</a:t>
            </a:fld>
            <a:endParaRPr lang="en-US" altLang="zh-CN" noProof="0" dirty="0"/>
          </a:p>
        </p:txBody>
      </p:sp>
      <p:sp>
        <p:nvSpPr>
          <p:cNvPr id="15" name="Slide Number Placeholder 13">
            <a:extLst>
              <a:ext uri="{FF2B5EF4-FFF2-40B4-BE49-F238E27FC236}">
                <a16:creationId xmlns:a16="http://schemas.microsoft.com/office/drawing/2014/main" id="{1418CAC6-AD47-50F9-73CB-7E5A66A07CCE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C3FB5C-9818-D63B-F3D3-9759A68F4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596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D2C8D04-263D-9589-1CFF-A5968D7C3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8558" y="932329"/>
            <a:ext cx="5394960" cy="853440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993E4D5-4AD0-4740-096D-6822944C8FF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640593" y="2381922"/>
            <a:ext cx="5394960" cy="2395369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evidence of compromise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malware detected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unauthorized changes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System behavior consistent with normal 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Evidence integrity fully preserved</a:t>
            </a:r>
          </a:p>
        </p:txBody>
      </p:sp>
    </p:spTree>
    <p:extLst>
      <p:ext uri="{BB962C8B-B14F-4D97-AF65-F5344CB8AC3E}">
        <p14:creationId xmlns:p14="http://schemas.microsoft.com/office/powerpoint/2010/main" val="52927941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903"/>
      </a:accent2>
      <a:accent3>
        <a:srgbClr val="75262A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6">
      <a:majorFont>
        <a:latin typeface="Posterama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M9027928_win32_EF_v4" id="{FA821E7E-D625-4DCD-A30E-3216B54C8383}" vid="{DE28BE6C-8054-44B2-A92D-A1CAFC256BDB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9897CAE-455D-42C9-A951-0C21BC1225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8DB3C62-858A-4A01-AFEF-21E0BB8CE26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B0009351-EDD4-484E-ACD6-D50CCB13763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{3046A018-C992-44DC-B0BC-0081F17335C4}TF63aebcec-8e39-4664-940a-dd6c2f00c54d020a9832_win32-3cdd3ee32610</Template>
  <TotalTime>250</TotalTime>
  <Words>322</Words>
  <Application>Microsoft Office PowerPoint</Application>
  <PresentationFormat>Widescreen</PresentationFormat>
  <Paragraphs>82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等线</vt:lpstr>
      <vt:lpstr>Abadi</vt:lpstr>
      <vt:lpstr>Arial</vt:lpstr>
      <vt:lpstr>Calibri</vt:lpstr>
      <vt:lpstr>Posterama</vt:lpstr>
      <vt:lpstr>Posterama Text SemiBold</vt:lpstr>
      <vt:lpstr>Times New Roman</vt:lpstr>
      <vt:lpstr>Custom</vt:lpstr>
      <vt:lpstr>Digital Forensic Final Report</vt:lpstr>
      <vt:lpstr>Case Overview</vt:lpstr>
      <vt:lpstr>Acquisition Summary</vt:lpstr>
      <vt:lpstr>Hash Verification</vt:lpstr>
      <vt:lpstr>File System Analysis </vt:lpstr>
      <vt:lpstr>Recovered Files</vt:lpstr>
      <vt:lpstr>Browser Artifact Analysis</vt:lpstr>
      <vt:lpstr>Network Capture Analysis</vt:lpstr>
      <vt:lpstr>Additional System Behavior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Adolfo Javier</dc:creator>
  <cp:lastModifiedBy>Adolfo Javier</cp:lastModifiedBy>
  <cp:revision>1</cp:revision>
  <dcterms:created xsi:type="dcterms:W3CDTF">2026-05-07T21:05:10Z</dcterms:created>
  <dcterms:modified xsi:type="dcterms:W3CDTF">2026-05-08T02:29:07Z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